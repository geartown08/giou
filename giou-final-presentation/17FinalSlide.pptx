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DE723-9BBA-CB50-71BF-9CC07D822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4C2F-CBE2-FE3B-5064-E7788C597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711AE7-796E-AAC1-0930-18B3FA4EA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E362B2-25A2-1D8B-2DEC-52DF6BD0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7F7B15-A893-1CD3-2E15-597EC57A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32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BC012-CFF6-4066-3BD7-26452FE74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406BFC-C9CB-5556-0B57-434B1F1AA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C962B2-D7A1-4618-8AC9-FAB83FD2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1D998-6089-486E-BFB7-C9F8A4AB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823059-2599-F908-6D1B-54A597CA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524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67707-5066-A29C-BA55-BF8CF1E8B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A27F88-8B82-64AA-7CB4-3A710DAF0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071710-9265-8B1C-193D-A68CA443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D8231-C26C-BE3E-C2ED-D8CD0D181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F1E7DF-FA2E-249F-3916-5EA3A31C2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235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08CBB9-3387-BECC-AA97-E8F5B132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07F909-E804-D33B-3087-30AC07C58C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9FB6F0-A54A-3153-AFE7-82B11F41A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F5B372-33B7-A38E-F2E3-8EE38E91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277246-B2BB-AF5C-960B-6F44D602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5145EA-F9A4-DE95-A1E0-3113E415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286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81FF12-1B9C-1D1D-6E31-50EAB933B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04C852-E756-A762-E160-83F29E079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B3A372-49BF-67C4-0722-37EFB632B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38BC7A-13C5-42F4-D4FD-767236544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123A49-4D96-B370-5FE1-92616727A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8C0678-DD61-EA5E-26B6-15C5D5D35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B50DD3-122D-6EA3-4A30-BFFA31AB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5E272D-673A-1199-D989-F6C21BF0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030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77E8A-9A0D-4770-2019-E97940DB7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3CFC70-B2AA-16B5-CCF5-09BE27203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8F1BE5-7AAC-0B5D-D2FF-962F98AD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429283-C1F1-11FA-9B1F-D50011CDC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329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C48165-EF64-F1B6-3E74-C5850042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5DC792-3461-6CD4-D8B2-5EB34D58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3F91E7-341B-5E63-D87F-5670D409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8601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BFACC-54BC-977B-02E3-4380D9F9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68973C-A4DB-8D5B-B9FA-C43C469CC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F88E54-353A-07A5-5471-847EAEA08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7B14DF-8FD9-EF42-3ED8-5118215A8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81A808-280C-9369-4F2A-CCE4D6BBF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C320EA-B2FB-27C5-B496-521AD2CA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9823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FA3A9-F168-E54B-F0ED-E32423E2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CE81AD-29E2-146A-3672-B63F46AC5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BFDFA2-FCEE-BD05-2CF4-01ED782EC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5AF8F1-A952-45E8-56D0-AB61ADEB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64DFB0-C5DA-6518-0BBB-CB1140B0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76ADC2-ADB9-FAE2-6F52-B214697ED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287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4D53C-80B7-C6CE-CE6E-C95EAE59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1A50C5-3BE2-8D4F-DE56-95CA90F58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0C23DE-17BB-8B88-420A-5541CCD6D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BBF5C-83AF-66E0-D48D-A774FCD0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CD8035-1EA5-1AA9-7CBB-19633F7B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3236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4527E8-ACE2-F28D-E6A5-FABEBF7D1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299FD9-3910-1C26-A99E-77324DE3D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6F5740-2D43-1E6E-F904-92B3A9DAE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C1C62-034B-B844-2D3D-8A93ACEBD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BB29F0-2B99-537F-3337-14773B8C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064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4DBD9C-86F3-438A-3E29-F6DF261A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F96A9D-C76F-615D-CBAE-8D8C778E5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98E10B-9D2B-E90A-CF7C-0AA507CDE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09B924-3792-ED4A-87CF-0F04610B8114}" type="datetimeFigureOut">
              <a:rPr kumimoji="1" lang="zh-CN" altLang="en-US" smtClean="0"/>
              <a:t>2026/5/28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034FB4-4961-EE58-34B8-E9D04F90D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FCAA79-F0AC-03DC-8753-0309CF7A8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2ABF8-49B4-B64D-BD5E-8F35C1DE81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816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C03C5-8F25-4546-BAB3-3EA9589E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C897C-E71F-C0D7-C9D1-53538C2CF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AA69A4-47FF-BF84-BDD4-5254B55F3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30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C7D82-004D-A682-8B0E-E9FB29D6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6C77973-D4BB-7856-B553-A8357C247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05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A52D8-2050-A404-308C-54A822E4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398846-867A-A99C-4B4B-D46FD35BA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55D6E5-DA66-085B-4403-856633FD5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15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20C29-EB94-D3DD-9CF3-AA1E31D50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331215-8A4A-DD01-5BEB-73A7713F1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4B15BA-A7FF-0041-790F-F23549B88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26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F1D3E-04EA-1190-3378-4E537EEA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EFECD5-F105-C34C-5A54-147CF2B52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78AFB3-D678-3572-5CBA-DA57B0868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5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90732-FE05-3862-0991-434796962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98131-4F1C-F4B7-7793-4B0BD88FF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444FCD-24AF-2203-C04E-C02014697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975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F654D-DA02-C42D-150B-EFAAC52A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E6BC83-1F3C-90D1-FA53-B489A9A31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6CFD2A-ACA4-AA6C-B745-49E9C555A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93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851DC-8C34-8C35-D450-754A6BB8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A9ED9C-E8B9-FA9C-74CB-E13B0EEC8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5096E5-A79E-B532-DCCF-B7DDAB975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1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6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7C91C-2834-1D71-15B3-8B1A6A18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40C7A-83A0-BD98-9F21-C9BA125A3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4F54E6-D9E9-2D51-B059-337035570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87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580AE-1C32-C7C7-0713-07EAF442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0B4C4A-3640-A378-ED1A-39DB5AA44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066552-3CE2-24E4-0CB8-8D3AC3FB7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2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35B5A-E812-657E-B5CD-B03A6389E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E0F89B-EC95-62BB-86DF-61A77E76C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188C33-E633-5E83-B508-D9CDBBBDA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39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2BCF4-5848-C793-4996-5E0282B4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EF29A4-F044-44B6-7010-E88888FC8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C94CB3-AD43-AE6B-5A35-DDAD2F4C0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29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383A4-0C14-C183-858A-1B50C0C8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148421-A944-4484-A069-14E466FEC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BB51B6-CFE3-4D7A-A8ED-D4210600B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41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5ABD16-F107-37B7-7D02-579AC5335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A8C4A-6113-1627-C896-5BFC7AEBD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EE86F3-546A-DF05-6576-D3E76C7B1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5" y="9000"/>
            <a:ext cx="1196117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94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B4562-75D7-0716-9F44-E3A5A868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1384C2-5529-5848-8E5F-B1EB6767E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F7CAFE-23B2-0647-9343-C5D17762B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9" y="9000"/>
            <a:ext cx="11961202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12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0</Words>
  <Application>Microsoft Macintosh PowerPoint</Application>
  <PresentationFormat>宽屏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Yaoze Guo</dc:creator>
  <cp:lastModifiedBy>Yaoze Guo</cp:lastModifiedBy>
  <cp:revision>1</cp:revision>
  <dcterms:created xsi:type="dcterms:W3CDTF">2026-05-28T05:49:11Z</dcterms:created>
  <dcterms:modified xsi:type="dcterms:W3CDTF">2026-05-28T05:58:54Z</dcterms:modified>
</cp:coreProperties>
</file>